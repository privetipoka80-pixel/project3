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9" r:id="rId4"/>
    <p:sldId id="260" r:id="rId5"/>
    <p:sldId id="262" r:id="rId6"/>
    <p:sldId id="258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3FE59B-97AF-4DD2-A04D-62F39866A832}" v="130" dt="2026-05-14T09:40:48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8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6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35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0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60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61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8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9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27" r:id="rId4"/>
    <p:sldLayoutId id="2147483728" r:id="rId5"/>
    <p:sldLayoutId id="2147483733" r:id="rId6"/>
    <p:sldLayoutId id="2147483729" r:id="rId7"/>
    <p:sldLayoutId id="2147483730" r:id="rId8"/>
    <p:sldLayoutId id="2147483731" r:id="rId9"/>
    <p:sldLayoutId id="2147483732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50D9A-4705-4314-961A-4F88B2CE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12" y="2327570"/>
            <a:ext cx="8741714" cy="2760217"/>
          </a:xfrm>
        </p:spPr>
        <p:txBody>
          <a:bodyPr>
            <a:normAutofit/>
          </a:bodyPr>
          <a:lstStyle/>
          <a:p>
            <a:pPr algn="l"/>
            <a:r>
              <a:rPr lang="ru-RU" sz="6000" b="1" i="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Интернет-магазин на Flask</a:t>
            </a:r>
            <a:endParaRPr lang="ru-RU" sz="6000">
              <a:latin typeface="Times New Roman"/>
              <a:cs typeface="Times New Roman"/>
            </a:endParaRPr>
          </a:p>
          <a:p>
            <a:pPr algn="l"/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64224" y="5442502"/>
            <a:ext cx="5916873" cy="10665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54B5A2-9AE0-1C93-9180-4657257DC1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54" r="21306" b="-10"/>
          <a:stretch>
            <a:fillRect/>
          </a:stretch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878186" y="1"/>
            <a:ext cx="345294" cy="688131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E10AC2-20ED-4628-9A8E-14F8437B5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794205" y="-4764"/>
            <a:ext cx="5397796" cy="104143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F4750-830A-24CB-5DC4-0199D35DA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5B19F5-8CC0-24A9-008B-34E11B72C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Проект представляет собой веб-приложение интернет-магазина. </a:t>
            </a:r>
            <a:endParaRPr lang="ru-RU" sz="3000">
              <a:solidFill>
                <a:srgbClr val="001E2E"/>
              </a:solidFill>
              <a:latin typeface="Times New Roman"/>
              <a:ea typeface="+mn-lt"/>
              <a:cs typeface="Times New Roman"/>
            </a:endParaRPr>
          </a:p>
          <a:p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В нем реализованы регистрация и авторизация пользователей, каталог товаров, карточки товаров с изображениями, отзывы, оформление заказов и отдельные возможности для продавца/администратора.</a:t>
            </a:r>
            <a:endParaRPr lang="ru-RU" sz="3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651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09297-ABAA-9E8F-E110-756854934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Возможности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F4E06-35D2-B1D7-296C-A85272BC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554"/>
            <a:ext cx="9906000" cy="48465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Регистрация и вход пользователей.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Авторизация через Flask-Login.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Разделение пользователей по ролям: обычный пользователь, продавец и администратор.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Просмотр каталога товаров на главной странице.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Просмотр подробной страницы товара.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Добавление товаров продавцом или администратором.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Редактирование и удаление товаров.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Загрузка нескольких изображений для товара.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Удаление отдельных изображений товара.</a:t>
            </a:r>
            <a:endParaRPr lang="ru-RU"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Добавление отзывов и оценок к товарам.</a:t>
            </a:r>
            <a:endParaRPr lang="ru-RU"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Редактирование и удаление собственных отзывов.</a:t>
            </a:r>
            <a:endParaRPr lang="ru-RU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25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E175F-AFD0-4849-6AC0-9F17479A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3954"/>
            <a:ext cx="9906000" cy="1382156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D33C72-01E2-7724-AEC0-2937E42C1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291"/>
            <a:ext cx="9906000" cy="685184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ru-RU" sz="2000" dirty="0">
              <a:solidFill>
                <a:srgbClr val="1F2328"/>
              </a:solidFill>
              <a:highlight>
                <a:srgbClr val="FFFFFF"/>
              </a:highlight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Оформление заказа с указанием количества товара.</a:t>
            </a:r>
            <a:endParaRPr lang="ru-RU"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Автоматическое уменьшение остатка товара после заказа.</a:t>
            </a:r>
            <a:endParaRPr lang="ru-RU"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Просмотр списка своих заказов.</a:t>
            </a:r>
            <a:endParaRPr lang="ru-RU"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Отдельная страница товаров продавца.</a:t>
            </a:r>
            <a:endParaRPr lang="ru-RU"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Хранение данных в SQLite через SQLAlchemy.</a:t>
            </a:r>
            <a:endParaRPr lang="ru-RU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Загрузка нескольких изображений для товара.</a:t>
            </a:r>
            <a:endParaRPr lang="ru-RU" sz="2000">
              <a:solidFill>
                <a:srgbClr val="000000"/>
              </a:solidFill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Удаление отдельных изображений товара.</a:t>
            </a:r>
            <a:endParaRPr lang="ru-RU" sz="2000">
              <a:solidFill>
                <a:srgbClr val="000000"/>
              </a:solidFill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Добавление отзывов и оценок к товарам.</a:t>
            </a:r>
            <a:endParaRPr lang="ru-RU" sz="2000">
              <a:solidFill>
                <a:srgbClr val="000000"/>
              </a:solidFill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Редактирование и удаление собственных отзывов.</a:t>
            </a:r>
            <a:endParaRPr lang="ru-RU" sz="2000">
              <a:solidFill>
                <a:srgbClr val="000000"/>
              </a:solidFill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Оформление заказа с указанием количества товара.</a:t>
            </a:r>
            <a:endParaRPr lang="ru-RU" sz="2000">
              <a:solidFill>
                <a:srgbClr val="000000"/>
              </a:solidFill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Автоматическое уменьшение остатка товара после заказа.</a:t>
            </a:r>
            <a:endParaRPr lang="ru-RU" sz="2000">
              <a:solidFill>
                <a:srgbClr val="000000"/>
              </a:solidFill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Просмотр списка своих заказов.</a:t>
            </a:r>
            <a:endParaRPr lang="ru-RU" sz="2000">
              <a:solidFill>
                <a:srgbClr val="000000"/>
              </a:solidFill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Отдельная страница товаров продавца.</a:t>
            </a:r>
            <a:endParaRPr lang="ru-RU" sz="2000">
              <a:solidFill>
                <a:srgbClr val="000000"/>
              </a:solidFill>
            </a:endParaRPr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</a:rPr>
              <a:t>Хранение данных в SQLite через SQLAlchemy.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705539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24168-17B1-1ECF-AA48-FB72C3F2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ru-RU" dirty="0">
                <a:solidFill>
                  <a:srgbClr val="1F2328"/>
                </a:solidFill>
                <a:highlight>
                  <a:srgbClr val="FFFFFF"/>
                </a:highlight>
              </a:rPr>
            </a:br>
            <a:r>
              <a:rPr lang="ru-RU">
                <a:solidFill>
                  <a:srgbClr val="1F2328"/>
                </a:solidFill>
                <a:highlight>
                  <a:srgbClr val="FFFFFF"/>
                </a:highlight>
              </a:rPr>
              <a:t>Роли пользователей</a:t>
            </a:r>
            <a:endParaRPr lang="ru-RU"/>
          </a:p>
          <a:p>
            <a:endParaRPr lang="ru-RU" i="0" dirty="0">
              <a:solidFill>
                <a:srgbClr val="1F2328"/>
              </a:solidFill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727792-4715-E42E-D965-A961FFB52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919317"/>
            <a:ext cx="10146631" cy="40244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В проекте используются три роли:</a:t>
            </a:r>
            <a:endParaRPr lang="ru-RU" sz="3000"/>
          </a:p>
          <a:p>
            <a:pPr lvl="1"/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Consolas"/>
              </a:rPr>
              <a:t>user</a:t>
            </a:r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 - обычный пользователь, может просматривать товары, оставлять отзывы и оформлять заказы.</a:t>
            </a:r>
            <a:endParaRPr lang="ru-RU" sz="3000"/>
          </a:p>
          <a:p>
            <a:pPr lvl="1"/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Consolas"/>
              </a:rPr>
              <a:t>seller</a:t>
            </a:r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 - продавец, может управлять товарами.</a:t>
            </a:r>
            <a:endParaRPr lang="ru-RU" sz="3000"/>
          </a:p>
          <a:p>
            <a:pPr lvl="1"/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Consolas"/>
              </a:rPr>
              <a:t>admin</a:t>
            </a:r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 - администратор, имеет доступ к управлению товарами и отзывами.</a:t>
            </a:r>
            <a:endParaRPr lang="ru-RU" sz="300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5675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3AA31-1D32-E66A-B2ED-8911EF198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Технологии 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60F0F7-3F84-9EA0-D0CE-B49BF6878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Python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Flask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Flask-Login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SQLAlchemy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WTForms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Werkzeug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SQLite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HTML</a:t>
            </a:r>
            <a:endParaRPr lang="ru-RU" sz="2000"/>
          </a:p>
          <a:p>
            <a:r>
              <a:rPr lang="ru-RU" sz="20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CSS</a:t>
            </a:r>
            <a:endParaRPr lang="ru-RU" sz="200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9343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1C018-6527-09B5-BF45-ACF2774C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12A50E-C498-974D-E464-BA94CBB74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474" y="2009554"/>
            <a:ext cx="10547684" cy="40244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3000">
                <a:solidFill>
                  <a:srgbClr val="1F2328"/>
                </a:solidFill>
                <a:highlight>
                  <a:srgbClr val="FFFFFF"/>
                </a:highlight>
                <a:latin typeface="Times New Roman"/>
                <a:ea typeface="+mn-lt"/>
                <a:cs typeface="Times New Roman"/>
              </a:rPr>
              <a:t>Проект уже содержит рабочий фундамент интернет-магазина: регистрацию, авторизацию, каталог, карточки товаров, управление товарами, отзывы, заказы и хранение данных в базе. Дальше можно доработать поиск, фильтрацию, корзину, оплату, личный кабинет и административную панель.</a:t>
            </a:r>
            <a:endParaRPr lang="ru-RU" sz="3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0447144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AngleLinesVTI</vt:lpstr>
      <vt:lpstr>Интернет-магазин на Flask </vt:lpstr>
      <vt:lpstr>Введение</vt:lpstr>
      <vt:lpstr>Возможности сайта</vt:lpstr>
      <vt:lpstr>Презентация PowerPoint</vt:lpstr>
      <vt:lpstr> Роли пользователей  </vt:lpstr>
      <vt:lpstr>Технологии 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77</cp:revision>
  <dcterms:created xsi:type="dcterms:W3CDTF">2026-05-14T09:07:37Z</dcterms:created>
  <dcterms:modified xsi:type="dcterms:W3CDTF">2026-05-14T09:42:35Z</dcterms:modified>
</cp:coreProperties>
</file>